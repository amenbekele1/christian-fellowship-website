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is a big day for our fellowship — we are launching three things at once: our public website, the members portal, and our library service. Let me walk you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launches in one. Say a sentence about each, then tell them we will look at each in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front door. Anyone can visit without an account — a friend, a family member, someone new to Warsaw looking for a church. Share wetcf.com freely.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things waiting for every member once they sign in. We will look at the most important ones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 post once and it reaches everyone instantly. Events now have full pages with photos and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member belongs to a BUS group. Each one now has its own chat, video room and task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serve on any of these teams, the portal now gives your team its own space. Speak to a leader if you would like to join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that is brand new. We have a shelf of Christian books and from today anyone can borrow them. Reserve on the portal, collect at fellowship, return by the due date. The portal reminds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arrive on your phone even when the app is closed. Turn them on once and you will not miss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doing this together in the room — it takes ten seconds and makes everything else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will ask about this. Be direct: members only, encrypted, deletable, never sold.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this slide up and give people a full minute to scan. Walk around and help anyone who is stuck. Anyone without a phone on them can speak to a leader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them to follow both accounts today, and to send wetcf.com to one person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verse the logo carries. Thank them, and invite anyone with questions to come and find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84048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wetcf.com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AF7F0"/>
                </a:solidFill>
              </a:rPr>
              <a:t>እንኳን ወደ wetcf.com በደህና መጡ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926080" y="2971800"/>
            <a:ext cx="3291840" cy="320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12724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website, our member portal, and our library — launching today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930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AF7F0"/>
                </a:solidFill>
              </a:rPr>
              <a:t>ድረ-ገጻችን፣ የአባላት ፖርታል እና ቤተ-መጻሕፍት — ዛሬ ይጀምራሉ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0" y="44988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Warsaw Ethiopian Christian Fellowship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Launching Today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ዛሬ የሚጀምሩ ሦስት ነገሮች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3040" y="1709928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1854" y="1818742"/>
            <a:ext cx="422453" cy="4224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889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535"/>
                </a:solidFill>
              </a:rPr>
              <a:t>ድረ-ገጻችን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17296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home at wetcf.com — who we are, what we believe, when and where we meet.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8980" y="1481328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29100" y="1709928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914" y="1818742"/>
            <a:ext cx="422453" cy="42245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6042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Portal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360420" y="27889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535"/>
                </a:solidFill>
              </a:rPr>
              <a:t>የአባላት ፖርታል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406140" y="317296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space for members — announcements, groups, serving teams and meetings.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35040" y="1481328"/>
            <a:ext cx="2560320" cy="28803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995160" y="1709928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974" y="1818742"/>
            <a:ext cx="422453" cy="42245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2648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Fellowship Library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126480" y="27889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5535"/>
                </a:solidFill>
              </a:rPr>
              <a:t>ቤተ-መጻሕፍት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317296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book collection, open for borrowing. Reserve online, collect at fellowship.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Public Website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FAF7F0"/>
                </a:solidFill>
              </a:rPr>
              <a:t>ይፋዊ ድረ-ገጻችን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  —  anyone can visit, no account needed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3931920" cy="1298448"/>
          </a:xfrm>
          <a:prstGeom prst="roundRect">
            <a:avLst>
              <a:gd name="adj" fmla="val 5634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90195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042" y="1998330"/>
            <a:ext cx="374172" cy="3741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35608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&amp; About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35608" y="21305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ስለ እኛ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35608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 and what we believe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627632"/>
            <a:ext cx="3931920" cy="1298448"/>
          </a:xfrm>
          <a:prstGeom prst="roundRect">
            <a:avLst>
              <a:gd name="adj" fmla="val 5634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46904" y="190195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282" y="1998330"/>
            <a:ext cx="374172" cy="37417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41848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 &amp; Events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641848" y="21305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ዝግጅቶች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641848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gather, and what is coming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02920" y="3127248"/>
            <a:ext cx="3931920" cy="1298448"/>
          </a:xfrm>
          <a:prstGeom prst="roundRect">
            <a:avLst>
              <a:gd name="adj" fmla="val 5634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0664" y="3401568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2" y="3497946"/>
            <a:ext cx="374172" cy="3741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435608" y="33467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Us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435608" y="36301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ይጎብኙን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1435608" y="38953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Address, bus routes, and a contact form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709160" y="3127248"/>
            <a:ext cx="3931920" cy="1298448"/>
          </a:xfrm>
          <a:prstGeom prst="roundRect">
            <a:avLst>
              <a:gd name="adj" fmla="val 5634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946904" y="3401568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282" y="3497946"/>
            <a:ext cx="374172" cy="37417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641848" y="33467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641848" y="36301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ይከታተሉን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641848" y="38953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and Instagram, linked in the footer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Members Portal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በአባላት ፖርታል ውስጥ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487168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1527048"/>
            <a:ext cx="530352" cy="53035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1488" y="1617208"/>
            <a:ext cx="350032" cy="350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139696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41401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535"/>
                </a:solidFill>
              </a:rPr>
              <a:t>ማስታወቂያዎች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371600"/>
            <a:ext cx="2487168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10812" y="1527048"/>
            <a:ext cx="530352" cy="53035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972" y="1617208"/>
            <a:ext cx="350032" cy="350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23844" y="2139696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323844" y="241401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535"/>
                </a:solidFill>
              </a:rPr>
              <a:t>ዝግጅቶች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61888" y="1371600"/>
            <a:ext cx="2487168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940296" y="1527048"/>
            <a:ext cx="530352" cy="53035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456" y="1617208"/>
            <a:ext cx="350032" cy="350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053328" y="2139696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Groups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053328" y="241401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535"/>
                </a:solidFill>
              </a:rPr>
              <a:t>BUS ቡድኖች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2944368"/>
            <a:ext cx="2487168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481328" y="3099816"/>
            <a:ext cx="530352" cy="53035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488" y="3189976"/>
            <a:ext cx="350032" cy="350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94360" y="3712464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Teams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94360" y="3986784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535"/>
                </a:solidFill>
              </a:rPr>
              <a:t>የአገልግሎት ቡድኖች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32404" y="2944368"/>
            <a:ext cx="2487168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210812" y="3099816"/>
            <a:ext cx="530352" cy="53035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0972" y="3189976"/>
            <a:ext cx="350032" cy="350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323844" y="3712464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3323844" y="3986784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535"/>
                </a:solidFill>
              </a:rPr>
              <a:t>ቤተ-መጻሕፍት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961888" y="2944368"/>
            <a:ext cx="2487168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940296" y="3099816"/>
            <a:ext cx="530352" cy="53035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0456" y="3189976"/>
            <a:ext cx="350032" cy="3500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53328" y="3712464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6053328" y="3986784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5535"/>
                </a:solidFill>
              </a:rPr>
              <a:t>ማሳወቂያዎች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in the Loop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ዜናዎችን ይከታተሉ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63240"/>
          </a:xfrm>
          <a:prstGeom prst="roundRect">
            <a:avLst>
              <a:gd name="adj" fmla="val 2985"/>
            </a:avLst>
          </a:prstGeom>
          <a:solidFill>
            <a:srgbClr val="1C0F07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67128" y="1609344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9724" y="1711940"/>
            <a:ext cx="398313" cy="39831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30428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624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AF7F0"/>
                </a:solidFill>
              </a:rPr>
              <a:t>ማስታወቂያዎች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3580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Posted by leaders, seen by everyone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41985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Prayer requests and praise reports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Arrives on your phone right away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709160" y="1371600"/>
            <a:ext cx="3931920" cy="3063240"/>
          </a:xfrm>
          <a:prstGeom prst="roundRect">
            <a:avLst>
              <a:gd name="adj" fmla="val 2985"/>
            </a:avLst>
          </a:prstGeom>
          <a:solidFill>
            <a:srgbClr val="1C0F07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73368" y="1609344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964" y="1711940"/>
            <a:ext cx="398313" cy="39831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00600" y="230428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2624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AF7F0"/>
                </a:solidFill>
              </a:rPr>
              <a:t>ዝግጅቶች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983480" y="303580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Every event has its own page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983480" y="341985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Photos, video and the full details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498348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 reminder the day before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 Groups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7F0"/>
                </a:solidFill>
              </a:rPr>
              <a:t>BUS ቡድኖች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81328" y="1865376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924" y="1967972"/>
            <a:ext cx="398313" cy="39831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7860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8895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AF7F0"/>
                </a:solidFill>
              </a:rPr>
              <a:t>የቡድን ውይይት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2735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room for your group — share, ask, encourage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68980" y="1627632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47388" y="1865376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984" y="1967972"/>
            <a:ext cx="398313" cy="39831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60420" y="257860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360420" y="28895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AF7F0"/>
                </a:solidFill>
              </a:rPr>
              <a:t>ቪዲዮ ስብሰባ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406140" y="32735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meet when you cannot be in the same room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35040" y="1627632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13448" y="1865376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044" y="1967972"/>
            <a:ext cx="398313" cy="39831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26480" y="257860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Tasks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126480" y="28895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AF7F0"/>
                </a:solidFill>
              </a:rPr>
              <a:t>የጋራ ተግባሮች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32735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who does what, and see it through together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Serving Teams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የአገልግሎት ቡድኖች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887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together is easier when the whole team is in one place.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162763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058" y="1724010"/>
            <a:ext cx="374172" cy="374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2860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Worship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4203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535"/>
                </a:solidFill>
              </a:rPr>
              <a:t>አምልኮ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240280" y="162763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658" y="1724010"/>
            <a:ext cx="374172" cy="3741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28800" y="22860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Prayer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828800" y="254203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535"/>
                </a:solidFill>
              </a:rPr>
              <a:t>ጸሎት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611880" y="162763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258" y="1724010"/>
            <a:ext cx="374172" cy="37417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200400" y="22860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Evangelism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3200400" y="254203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535"/>
                </a:solidFill>
              </a:rPr>
              <a:t>ወንጌል ስርጭት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983480" y="162763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858" y="1724010"/>
            <a:ext cx="374172" cy="37417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72000" y="22860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Affairs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0" y="254203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535"/>
                </a:solidFill>
              </a:rPr>
              <a:t>ማህበራዊ ጉዳይ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6355080" y="162763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1458" y="1724010"/>
            <a:ext cx="374172" cy="37417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943600" y="22860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43600" y="254203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535"/>
                </a:solidFill>
              </a:rPr>
              <a:t>ሶሻል ሚዲያ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7726680" y="1627632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3058" y="1724010"/>
            <a:ext cx="374172" cy="37417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15200" y="22860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7315200" y="254203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535"/>
                </a:solidFill>
              </a:rPr>
              <a:t>ቤተ-መጻሕፍት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502920" y="3127248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704088" y="3346704"/>
            <a:ext cx="457200" cy="4572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" y="3424428"/>
            <a:ext cx="301752" cy="30175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252728" y="3364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chat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667512" y="378561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your team without crowding the main group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246120" y="3127248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3447288" y="3346704"/>
            <a:ext cx="457200" cy="4572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5012" y="3424428"/>
            <a:ext cx="301752" cy="30175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3995928" y="3364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3410712" y="378561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or plan without everyone travelling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5989320" y="3127248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40" name="Shape 30"/>
          <p:cNvSpPr/>
          <p:nvPr/>
        </p:nvSpPr>
        <p:spPr>
          <a:xfrm>
            <a:off x="6190488" y="3346704"/>
            <a:ext cx="457200" cy="4572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8212" y="3424428"/>
            <a:ext cx="301752" cy="30175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6739128" y="33649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files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6153912" y="378561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lists, rotas and plans in one place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Library Opens Today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AF7F0"/>
                </a:solidFill>
              </a:rPr>
              <a:t>ቤተ-መጻሕፍታችን ዛሬ ይከፈታል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3502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books to read, borrow and return — free for every member of the fellowship.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1920240" cy="2286000"/>
          </a:xfrm>
          <a:prstGeom prst="roundRect">
            <a:avLst>
              <a:gd name="adj" fmla="val 3810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2029968"/>
            <a:ext cx="548640" cy="54864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1989" y="2123237"/>
            <a:ext cx="362102" cy="3621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6072" y="2670048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Browse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76072" y="2962656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ያስሱ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12648" y="3255264"/>
            <a:ext cx="1700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title and what is on the shelf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587752" y="1828800"/>
            <a:ext cx="1920240" cy="2286000"/>
          </a:xfrm>
          <a:prstGeom prst="roundRect">
            <a:avLst>
              <a:gd name="adj" fmla="val 3810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73552" y="2029968"/>
            <a:ext cx="548640" cy="54864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821" y="2123237"/>
            <a:ext cx="362102" cy="3621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60904" y="2670048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Reserve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2660904" y="2962656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ያስይዙ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697480" y="3255264"/>
            <a:ext cx="1700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to reserve — we hold it for you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72584" y="1828800"/>
            <a:ext cx="1920240" cy="2286000"/>
          </a:xfrm>
          <a:prstGeom prst="roundRect">
            <a:avLst>
              <a:gd name="adj" fmla="val 3810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58384" y="2029968"/>
            <a:ext cx="548640" cy="54864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1653" y="2123237"/>
            <a:ext cx="362102" cy="3621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745736" y="2670048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Collect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4745736" y="2962656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ይውሰዱ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782312" y="3255264"/>
            <a:ext cx="1700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up at the next fellowship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6757416" y="1828800"/>
            <a:ext cx="1920240" cy="2286000"/>
          </a:xfrm>
          <a:prstGeom prst="roundRect">
            <a:avLst>
              <a:gd name="adj" fmla="val 3810"/>
            </a:avLst>
          </a:prstGeom>
          <a:solidFill>
            <a:srgbClr val="2B150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443216" y="2029968"/>
            <a:ext cx="548640" cy="54864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485" y="2123237"/>
            <a:ext cx="362102" cy="36210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830568" y="2670048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Return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6830568" y="2962656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7F0"/>
                </a:solidFill>
              </a:rPr>
              <a:t>ይመልሱ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6867144" y="3255264"/>
            <a:ext cx="1700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remind you before it is due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02920" y="431596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are free to borrow. Please return them on time so others can read them too.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1828800" cy="18288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865376"/>
            <a:ext cx="1207008" cy="1207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27432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Miss a Thing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80467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ምንም ነገር አያመልጥዎ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3017520" y="1298448"/>
            <a:ext cx="566928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82112" y="142646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announcement is posted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017520" y="1920240"/>
            <a:ext cx="566928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82112" y="2048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starts tomorrow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017520" y="2542032"/>
            <a:ext cx="566928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82112" y="26700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writes in your group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017520" y="3163824"/>
            <a:ext cx="566928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82112" y="32918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borrowed book is due soon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17520" y="3785616"/>
            <a:ext cx="566928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82112" y="39136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books arrive in the library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498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5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these on in Profile → Notifications  ·  ፕሮፋይል → ማሳወቂያዎች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It On Your Phone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በስልክዎ ላይ ያስቀምጡት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887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store. It installs straight from your browser in about ten seconds.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1C0F07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288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 ·  Safari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691640" y="2231136"/>
            <a:ext cx="1554480" cy="320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048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wetcf.com in Safari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Tap the Share button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644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Tap "Add to Home Screen"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69417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Tap "Add"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09160" y="1627632"/>
            <a:ext cx="3931920" cy="2651760"/>
          </a:xfrm>
          <a:prstGeom prst="roundRect">
            <a:avLst>
              <a:gd name="adj" fmla="val 3448"/>
            </a:avLst>
          </a:prstGeom>
          <a:solidFill>
            <a:srgbClr val="1C0F07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288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 ·  Chrome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897880" y="2231136"/>
            <a:ext cx="1554480" cy="320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24048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wetcf.com in Chrome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8346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Tap the three-dot menu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2644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Tap "Add to Home screen"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69417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Tap "Add"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5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then behaves like a normal app — full screen, with notifications · ልክ እንደ መደበኛ አፕ ይሠራል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Information Is Safe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FAF7F0"/>
                </a:solidFill>
              </a:rPr>
              <a:t>መረጃዎ የተጠበቀ ነው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512064" cy="51206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851" y="1440363"/>
            <a:ext cx="337962" cy="3379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89888" y="129844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only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389888" y="159105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not open to the public. A leader approves every account.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12064" cy="51206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51" y="2281611"/>
            <a:ext cx="337962" cy="3379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89888" y="213969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Properly protected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389888" y="243230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encrypted, and passwords are stored so even we cannot read them.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85800" y="3035808"/>
            <a:ext cx="512064" cy="51206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851" y="3122859"/>
            <a:ext cx="337962" cy="3379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89888" y="298094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to remove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89888" y="327355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delete your account and your details at any time, from your profile.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85800" y="3877056"/>
            <a:ext cx="512064" cy="51206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851" y="3964107"/>
            <a:ext cx="337962" cy="3379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89888" y="382219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sold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389888" y="4114800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sell or share your information with anyone. Ever.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Us — Right Now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አሁኑኑ ይቀላቀሉን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499616"/>
            <a:ext cx="457200" cy="457200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270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code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7556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your phone camera at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249424"/>
            <a:ext cx="457200" cy="457200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2768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505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email and phone — under two minutes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99232"/>
            <a:ext cx="457200" cy="457200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26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809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it to your phone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2552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is one tap away next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764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notifications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→ Notifications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868680"/>
            <a:ext cx="2926080" cy="3566160"/>
          </a:xfrm>
          <a:prstGeom prst="roundRect">
            <a:avLst>
              <a:gd name="adj" fmla="val 3750"/>
            </a:avLst>
          </a:prstGeom>
          <a:solidFill>
            <a:srgbClr val="1C0F0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06440" y="10241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join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5080" y="1417320"/>
            <a:ext cx="164592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8232" y="1490472"/>
            <a:ext cx="1499616" cy="149961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80644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wetcf.com/register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52160" y="354787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phone with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to any of our leaders.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Us Online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7A5535"/>
                </a:solidFill>
              </a:rPr>
              <a:t>በኦንላይን ያግኙን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1856232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924" y="1958828"/>
            <a:ext cx="398313" cy="39831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0815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 — share it with anyone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68980" y="160020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47388" y="1856232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984" y="1958828"/>
            <a:ext cx="398313" cy="39831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6042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@warsawethiopianfellowship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406140" y="30815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and worship on YouTube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60020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13448" y="1856232"/>
            <a:ext cx="603504" cy="603504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044" y="1958828"/>
            <a:ext cx="398313" cy="39831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2648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@warsaw_fellowship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30815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of the fellowship on Instagram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245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5535"/>
                </a:solidFill>
              </a:rPr>
              <a:t>Invite someone this week · በዚህ ሳምንት አንድ ሰው ይጋብዙ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274320"/>
            <a:ext cx="822960" cy="8229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463040" y="1261872"/>
            <a:ext cx="6217920" cy="320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417320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AF7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"And let us consider how we may spur one another on toward love and good deeds,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AF7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giving up meeting together, as some are in the habit of doing,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AF7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encouraging one another."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505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Hebrews 10:24–25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52928"/>
            <a:ext cx="8046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AF7F0"/>
                </a:solidFill>
              </a:rPr>
              <a:t>"እርስ በርሳችን ፍቅርን እና መልካም ሥራን ለማነሳሳት እንተጋ፤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AF7F0"/>
                </a:solidFill>
              </a:rPr>
              <a:t>እንደ አንዳንዶች ልማድ መሰብሰብን ሳንተው እርስ በርሳችን እናበረታታ።"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57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84C"/>
                </a:solidFill>
              </a:rPr>
              <a:t>ዕብራውያን 10:24–25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1463040" y="4069080"/>
            <a:ext cx="6217920" cy="320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0" y="42245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0" y="45354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A882"/>
                </a:solidFill>
              </a:rPr>
              <a:t>Thank you · እናመሰግናለን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WETCF Launch</dc:title>
  <dc:subject>PptxGenJS Presentation</dc:subject>
  <dc:creator>Warsaw Ethiopian Christian Fellowship</dc:creator>
  <cp:lastModifiedBy>Warsaw Ethiopian Christian Fellowship</cp:lastModifiedBy>
  <cp:revision>1</cp:revision>
  <dcterms:created xsi:type="dcterms:W3CDTF">2026-10-02T17:49:49Z</dcterms:created>
  <dcterms:modified xsi:type="dcterms:W3CDTF">2026-10-02T17:49:49Z</dcterms:modified>
</cp:coreProperties>
</file>