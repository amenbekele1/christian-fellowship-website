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Today is a big day for our fellowship — we are launching three things at once: our public website, the members portal, and our library service. Let me walk you through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launches in one. Say a sentence about each, then tell them we will look at each in 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front door. Anyone can visit without an account — a friend, a family member, someone new to Warsaw looking for a church. Share wetcf.com freely.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things waiting for every member once they sign in. We will look at the most important ones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 post once and it reaches everyone instantly. Events now have full pages with photos and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member belongs to a BUS group. Each one now has its own chat, video room and task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serve on any of these teams, the portal now gives your team its own space. Speak to a leader if you would like to join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part that is brand new. We have a shelf of Christian books and from today anyone can borrow them. Reserve on the portal, collect at fellowship, return by the due date. The portal reminds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arrive on your phone even when the app is closed. Turn them on once and you will not miss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doing this together in the room — it takes ten seconds and makes everything else easier.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People will ask about this. Be direct: members only, encrypted, deletable, never sold.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this slide up and give people a full minute to scan. Walk around and help anyone who is stuck. Anyone without a phone on them can speak to a leader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them to follow both accounts today, and to send wetcf.com to one person this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verse the logo carries. Thank them, and invite anyone with questions to come and find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0F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347472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84708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to wetcf.com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61518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AF7F0"/>
                </a:solidFill>
              </a:rPr>
              <a:t>እንኳን ወደ wetcf.com በደህና መጡ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2834640" y="3163824"/>
            <a:ext cx="347472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32841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website, our member portal, and our library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1246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AF7F0"/>
                </a:solidFill>
              </a:rPr>
              <a:t>ዛሬ ይጀምራሉ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0" y="44805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Warsaw Ethiopian Christian Fellowship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C0F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Things, Launching Today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7A5535"/>
                </a:solidFill>
              </a:rPr>
              <a:t>ዛሬ የሚጀምሩ ሦስት ነገሮች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75488" y="1481328"/>
            <a:ext cx="2606040" cy="2926080"/>
          </a:xfrm>
          <a:prstGeom prst="roundRect">
            <a:avLst>
              <a:gd name="adj" fmla="val 3860"/>
            </a:avLst>
          </a:prstGeom>
          <a:solidFill>
            <a:srgbClr val="FFFFFF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48740" y="1719072"/>
            <a:ext cx="859536" cy="859536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2052" y="1882384"/>
            <a:ext cx="532912" cy="5329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688336"/>
            <a:ext cx="2459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Website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54096"/>
            <a:ext cx="2459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5535"/>
                </a:solidFill>
              </a:rPr>
              <a:t>ድረ-ገጻችን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3438144"/>
            <a:ext cx="2313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home at wetcf.com — who we are and when we meet.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255264" y="1481328"/>
            <a:ext cx="2606040" cy="2926080"/>
          </a:xfrm>
          <a:prstGeom prst="roundRect">
            <a:avLst>
              <a:gd name="adj" fmla="val 3860"/>
            </a:avLst>
          </a:prstGeom>
          <a:solidFill>
            <a:srgbClr val="FFFFFF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128516" y="1719072"/>
            <a:ext cx="859536" cy="859536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1828" y="1882384"/>
            <a:ext cx="532912" cy="53291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328416" y="2688336"/>
            <a:ext cx="2459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Portal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328416" y="3054096"/>
            <a:ext cx="2459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5535"/>
                </a:solidFill>
              </a:rPr>
              <a:t>የአባላት ፖርታል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01568" y="3438144"/>
            <a:ext cx="2313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space for members — groups, teams and meetings.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035040" y="1481328"/>
            <a:ext cx="2606040" cy="2926080"/>
          </a:xfrm>
          <a:prstGeom prst="roundRect">
            <a:avLst>
              <a:gd name="adj" fmla="val 3860"/>
            </a:avLst>
          </a:prstGeom>
          <a:solidFill>
            <a:srgbClr val="FFFFFF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908292" y="1719072"/>
            <a:ext cx="859536" cy="859536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604" y="1882384"/>
            <a:ext cx="532912" cy="53291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108192" y="2688336"/>
            <a:ext cx="2459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Fellowship Library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108192" y="3054096"/>
            <a:ext cx="2459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5535"/>
                </a:solidFill>
              </a:rPr>
              <a:t>ቤተ-መጻሕፍት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181344" y="3438144"/>
            <a:ext cx="2313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books, open for borrowing. Reserve online, collect here.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0F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Public Website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FAF7F0"/>
                </a:solidFill>
              </a:rPr>
              <a:t>ይፋዊ ድረ-ገጻችን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43584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wetcf.com  —  anyone can visit, no account needed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700784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2B1508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" y="1975104"/>
            <a:ext cx="731520" cy="73152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653" y="2114093"/>
            <a:ext cx="453542" cy="45354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99339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&amp; About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234086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7F0"/>
                </a:solidFill>
              </a:rPr>
              <a:t>ስለ እኛ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709160" y="1700784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2B1508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46904" y="1975104"/>
            <a:ext cx="731520" cy="73152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5893" y="2114093"/>
            <a:ext cx="453542" cy="4535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806440" y="199339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Programs &amp; Events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806440" y="234086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7F0"/>
                </a:solidFill>
              </a:rPr>
              <a:t>ዝግጅቶች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02920" y="3218688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2B1508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0664" y="3493008"/>
            <a:ext cx="731520" cy="73152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3" y="3631997"/>
            <a:ext cx="453542" cy="45354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351129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Us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600200" y="385876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7F0"/>
                </a:solidFill>
              </a:rPr>
              <a:t>ይጎብኙን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709160" y="3218688"/>
            <a:ext cx="3931920" cy="1280160"/>
          </a:xfrm>
          <a:prstGeom prst="roundRect">
            <a:avLst>
              <a:gd name="adj" fmla="val 7143"/>
            </a:avLst>
          </a:prstGeom>
          <a:solidFill>
            <a:srgbClr val="2B1508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946904" y="3493008"/>
            <a:ext cx="731520" cy="73152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5893" y="3631997"/>
            <a:ext cx="453542" cy="45354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806440" y="351129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Us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5806440" y="385876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7F0"/>
                </a:solidFill>
              </a:rPr>
              <a:t>ይከታተሉን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C0F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Members Portal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7A5535"/>
                </a:solidFill>
              </a:rPr>
              <a:t>በአባላት ፖርታል ውስጥ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75488" y="1389888"/>
            <a:ext cx="2542032" cy="1591056"/>
          </a:xfrm>
          <a:prstGeom prst="roundRect">
            <a:avLst>
              <a:gd name="adj" fmla="val 6322"/>
            </a:avLst>
          </a:prstGeom>
          <a:solidFill>
            <a:srgbClr val="FFFFFF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08176" y="1545336"/>
            <a:ext cx="676656" cy="676656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6741" y="1673901"/>
            <a:ext cx="419527" cy="41952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28600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5786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A5535"/>
                </a:solidFill>
              </a:rPr>
              <a:t>ማስታወቂያዎች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09544" y="1389888"/>
            <a:ext cx="2542032" cy="1591056"/>
          </a:xfrm>
          <a:prstGeom prst="roundRect">
            <a:avLst>
              <a:gd name="adj" fmla="val 6322"/>
            </a:avLst>
          </a:prstGeom>
          <a:solidFill>
            <a:srgbClr val="FFFFFF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42232" y="1545336"/>
            <a:ext cx="676656" cy="676656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797" y="1673901"/>
            <a:ext cx="419527" cy="41952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82696" y="228600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3282696" y="25786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A5535"/>
                </a:solidFill>
              </a:rPr>
              <a:t>ዝግጅቶች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943600" y="1389888"/>
            <a:ext cx="2542032" cy="1591056"/>
          </a:xfrm>
          <a:prstGeom prst="roundRect">
            <a:avLst>
              <a:gd name="adj" fmla="val 6322"/>
            </a:avLst>
          </a:prstGeom>
          <a:solidFill>
            <a:srgbClr val="FFFFFF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876288" y="1545336"/>
            <a:ext cx="676656" cy="676656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853" y="1673901"/>
            <a:ext cx="419527" cy="41952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016752" y="228600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Groups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6016752" y="25786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A5535"/>
                </a:solidFill>
              </a:rPr>
              <a:t>BUS ቡድኖች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75488" y="3127248"/>
            <a:ext cx="2542032" cy="1591056"/>
          </a:xfrm>
          <a:prstGeom prst="roundRect">
            <a:avLst>
              <a:gd name="adj" fmla="val 6322"/>
            </a:avLst>
          </a:prstGeom>
          <a:solidFill>
            <a:srgbClr val="FFFFFF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408176" y="3282696"/>
            <a:ext cx="676656" cy="676656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741" y="3411261"/>
            <a:ext cx="419527" cy="41952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48640" y="402336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Teams</a:t>
            </a:r>
            <a:endParaRPr lang="en-US" sz="155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43159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A5535"/>
                </a:solidFill>
              </a:rPr>
              <a:t>የአገልግሎት ቡድኖች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3209544" y="3127248"/>
            <a:ext cx="2542032" cy="1591056"/>
          </a:xfrm>
          <a:prstGeom prst="roundRect">
            <a:avLst>
              <a:gd name="adj" fmla="val 6322"/>
            </a:avLst>
          </a:prstGeom>
          <a:solidFill>
            <a:srgbClr val="FFFFFF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142232" y="3282696"/>
            <a:ext cx="676656" cy="676656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797" y="3411261"/>
            <a:ext cx="419527" cy="41952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282696" y="402336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</a:t>
            </a:r>
            <a:endParaRPr lang="en-US" sz="1550" dirty="0"/>
          </a:p>
        </p:txBody>
      </p:sp>
      <p:sp>
        <p:nvSpPr>
          <p:cNvPr id="28" name="Text 21"/>
          <p:cNvSpPr txBox="1"/>
          <p:nvPr/>
        </p:nvSpPr>
        <p:spPr>
          <a:xfrm>
            <a:off x="3282696" y="43159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A5535"/>
                </a:solidFill>
              </a:rPr>
              <a:t>ቤተ-መጻሕፍት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5943600" y="3127248"/>
            <a:ext cx="2542032" cy="1591056"/>
          </a:xfrm>
          <a:prstGeom prst="roundRect">
            <a:avLst>
              <a:gd name="adj" fmla="val 6322"/>
            </a:avLst>
          </a:prstGeom>
          <a:solidFill>
            <a:srgbClr val="FFFFFF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876288" y="3282696"/>
            <a:ext cx="676656" cy="676656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4853" y="3411261"/>
            <a:ext cx="419527" cy="41952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016752" y="4023360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550" dirty="0"/>
          </a:p>
        </p:txBody>
      </p:sp>
      <p:sp>
        <p:nvSpPr>
          <p:cNvPr id="33" name="Text 25"/>
          <p:cNvSpPr txBox="1"/>
          <p:nvPr/>
        </p:nvSpPr>
        <p:spPr>
          <a:xfrm>
            <a:off x="6016752" y="43159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A5535"/>
                </a:solidFill>
              </a:rPr>
              <a:t>ማሳወቂያዎች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C0F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in the Loop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7A5535"/>
                </a:solidFill>
              </a:rPr>
              <a:t>ዜናዎችን ይከታተሉ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3931920" cy="3017520"/>
          </a:xfrm>
          <a:prstGeom prst="roundRect">
            <a:avLst>
              <a:gd name="adj" fmla="val 3333"/>
            </a:avLst>
          </a:prstGeom>
          <a:solidFill>
            <a:srgbClr val="1C0F07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66544" y="1645920"/>
            <a:ext cx="804672" cy="80467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9432" y="1798808"/>
            <a:ext cx="498897" cy="49889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5420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90779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AF7F0"/>
                </a:solidFill>
              </a:rPr>
              <a:t>ማስታወቂያዎች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86968" y="332841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Posted by leaders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86968" y="369417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Prayer and praise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86968" y="405993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Reaches you at once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709160" y="1426464"/>
            <a:ext cx="3931920" cy="3017520"/>
          </a:xfrm>
          <a:prstGeom prst="roundRect">
            <a:avLst>
              <a:gd name="adj" fmla="val 3333"/>
            </a:avLst>
          </a:prstGeom>
          <a:solidFill>
            <a:srgbClr val="1C0F07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72784" y="1645920"/>
            <a:ext cx="804672" cy="80467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672" y="1798808"/>
            <a:ext cx="498897" cy="49889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800600" y="25420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00600" y="290779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AF7F0"/>
                </a:solidFill>
              </a:rPr>
              <a:t>ዝግጅቶች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5093208" y="332841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Each has its own page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5093208" y="369417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Photos and video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5093208" y="405993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Reminder the day before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0F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 Groups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AF7F0"/>
                </a:solidFill>
              </a:rPr>
              <a:t>BUS ቡድኖች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75488" y="1664208"/>
            <a:ext cx="2606040" cy="2697480"/>
          </a:xfrm>
          <a:prstGeom prst="roundRect">
            <a:avLst>
              <a:gd name="adj" fmla="val 3509"/>
            </a:avLst>
          </a:prstGeom>
          <a:solidFill>
            <a:srgbClr val="2B1508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6172" y="1901952"/>
            <a:ext cx="804672" cy="80467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9060" y="2054840"/>
            <a:ext cx="498897" cy="49889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816352"/>
            <a:ext cx="2459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163824"/>
            <a:ext cx="2459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AF7F0"/>
                </a:solidFill>
              </a:rPr>
              <a:t>የቡድን ውይይት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03504" y="3529584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room for your group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255264" y="1664208"/>
            <a:ext cx="2606040" cy="2697480"/>
          </a:xfrm>
          <a:prstGeom prst="roundRect">
            <a:avLst>
              <a:gd name="adj" fmla="val 3509"/>
            </a:avLst>
          </a:prstGeom>
          <a:solidFill>
            <a:srgbClr val="2B1508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55948" y="1901952"/>
            <a:ext cx="804672" cy="80467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8836" y="2054840"/>
            <a:ext cx="498897" cy="49889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328416" y="2816352"/>
            <a:ext cx="2459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Meetings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328416" y="3163824"/>
            <a:ext cx="2459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AF7F0"/>
                </a:solidFill>
              </a:rPr>
              <a:t>ቪዲዮ ስብሰባ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529584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to meet from anywhere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035040" y="1664208"/>
            <a:ext cx="2606040" cy="2697480"/>
          </a:xfrm>
          <a:prstGeom prst="roundRect">
            <a:avLst>
              <a:gd name="adj" fmla="val 3509"/>
            </a:avLst>
          </a:prstGeom>
          <a:solidFill>
            <a:srgbClr val="2B1508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935724" y="1901952"/>
            <a:ext cx="804672" cy="80467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8612" y="2054840"/>
            <a:ext cx="498897" cy="49889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108192" y="2816352"/>
            <a:ext cx="2459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Tasks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108192" y="3163824"/>
            <a:ext cx="2459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AF7F0"/>
                </a:solidFill>
              </a:rPr>
              <a:t>የጋራ ተግባሮች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163056" y="3529584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who does what, together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C0F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Serving Teams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7A5535"/>
                </a:solidFill>
              </a:rPr>
              <a:t>የአገልግሎት ቡድኖች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763524" y="1389888"/>
            <a:ext cx="731520" cy="73152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513" y="1528877"/>
            <a:ext cx="453542" cy="4535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02336" y="2231136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Worship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402336" y="2523744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5535"/>
                </a:solidFill>
              </a:rPr>
              <a:t>አምልኮ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144268" y="1389888"/>
            <a:ext cx="731520" cy="73152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3257" y="1528877"/>
            <a:ext cx="453542" cy="45354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2231136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Prayer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2523744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5535"/>
                </a:solidFill>
              </a:rPr>
              <a:t>ጸሎት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525012" y="1389888"/>
            <a:ext cx="731520" cy="73152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4001" y="1528877"/>
            <a:ext cx="453542" cy="4535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163824" y="2231136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Evangelism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3163824" y="2523744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5535"/>
                </a:solidFill>
              </a:rPr>
              <a:t>ወንጌል ስርጭት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905756" y="1389888"/>
            <a:ext cx="731520" cy="73152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45" y="1528877"/>
            <a:ext cx="453542" cy="4535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544568" y="2231136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Affairs</a:t>
            </a:r>
            <a:endParaRPr lang="en-US" sz="1350" dirty="0"/>
          </a:p>
        </p:txBody>
      </p:sp>
      <p:sp>
        <p:nvSpPr>
          <p:cNvPr id="19" name="Text 13"/>
          <p:cNvSpPr txBox="1"/>
          <p:nvPr/>
        </p:nvSpPr>
        <p:spPr>
          <a:xfrm>
            <a:off x="4544568" y="2523744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5535"/>
                </a:solidFill>
              </a:rPr>
              <a:t>ማህበራዊ ጉዳይ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286500" y="1389888"/>
            <a:ext cx="731520" cy="73152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5489" y="1528877"/>
            <a:ext cx="453542" cy="45354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925312" y="2231136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</a:t>
            </a:r>
            <a:endParaRPr lang="en-US" sz="1350" dirty="0"/>
          </a:p>
        </p:txBody>
      </p:sp>
      <p:sp>
        <p:nvSpPr>
          <p:cNvPr id="23" name="Text 16"/>
          <p:cNvSpPr txBox="1"/>
          <p:nvPr/>
        </p:nvSpPr>
        <p:spPr>
          <a:xfrm>
            <a:off x="5925312" y="2523744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5535"/>
                </a:solidFill>
              </a:rPr>
              <a:t>ሶሻል ሚዲያ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7667244" y="1389888"/>
            <a:ext cx="731520" cy="73152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6233" y="1528877"/>
            <a:ext cx="453542" cy="45354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306056" y="2231136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</a:t>
            </a:r>
            <a:endParaRPr lang="en-US" sz="1350" dirty="0"/>
          </a:p>
        </p:txBody>
      </p:sp>
      <p:sp>
        <p:nvSpPr>
          <p:cNvPr id="27" name="Text 19"/>
          <p:cNvSpPr txBox="1"/>
          <p:nvPr/>
        </p:nvSpPr>
        <p:spPr>
          <a:xfrm>
            <a:off x="7306056" y="2523744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5535"/>
                </a:solidFill>
              </a:rPr>
              <a:t>ቤተ-መጻሕፍት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75488" y="3017520"/>
            <a:ext cx="2596896" cy="1572768"/>
          </a:xfrm>
          <a:prstGeom prst="roundRect">
            <a:avLst>
              <a:gd name="adj" fmla="val 6395"/>
            </a:avLst>
          </a:prstGeom>
          <a:solidFill>
            <a:srgbClr val="FFFFFF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658368" y="3218688"/>
            <a:ext cx="566928" cy="5669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084" y="3326404"/>
            <a:ext cx="351495" cy="351495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389888" y="329184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chat</a:t>
            </a:r>
            <a:endParaRPr lang="en-US" sz="1450" dirty="0"/>
          </a:p>
        </p:txBody>
      </p:sp>
      <p:sp>
        <p:nvSpPr>
          <p:cNvPr id="32" name="Text 23"/>
          <p:cNvSpPr txBox="1"/>
          <p:nvPr/>
        </p:nvSpPr>
        <p:spPr>
          <a:xfrm>
            <a:off x="640080" y="388620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without crowding the main group</a:t>
            </a:r>
            <a:endParaRPr lang="en-US" sz="1300" dirty="0"/>
          </a:p>
        </p:txBody>
      </p:sp>
      <p:sp>
        <p:nvSpPr>
          <p:cNvPr id="33" name="Shape 24"/>
          <p:cNvSpPr/>
          <p:nvPr/>
        </p:nvSpPr>
        <p:spPr>
          <a:xfrm>
            <a:off x="3236976" y="3017520"/>
            <a:ext cx="2596896" cy="1572768"/>
          </a:xfrm>
          <a:prstGeom prst="roundRect">
            <a:avLst>
              <a:gd name="adj" fmla="val 6395"/>
            </a:avLst>
          </a:prstGeom>
          <a:solidFill>
            <a:srgbClr val="FFFFFF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34" name="Shape 25"/>
          <p:cNvSpPr/>
          <p:nvPr/>
        </p:nvSpPr>
        <p:spPr>
          <a:xfrm>
            <a:off x="3419856" y="3218688"/>
            <a:ext cx="566928" cy="5669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27572" y="3326404"/>
            <a:ext cx="351495" cy="351495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4151376" y="329184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meetings</a:t>
            </a:r>
            <a:endParaRPr lang="en-US" sz="1450" dirty="0"/>
          </a:p>
        </p:txBody>
      </p:sp>
      <p:sp>
        <p:nvSpPr>
          <p:cNvPr id="37" name="Text 27"/>
          <p:cNvSpPr txBox="1"/>
          <p:nvPr/>
        </p:nvSpPr>
        <p:spPr>
          <a:xfrm>
            <a:off x="3401568" y="388620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without everyone travelling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5998464" y="3017520"/>
            <a:ext cx="2596896" cy="1572768"/>
          </a:xfrm>
          <a:prstGeom prst="roundRect">
            <a:avLst>
              <a:gd name="adj" fmla="val 6395"/>
            </a:avLst>
          </a:prstGeom>
          <a:solidFill>
            <a:srgbClr val="FFFFFF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39" name="Shape 29"/>
          <p:cNvSpPr/>
          <p:nvPr/>
        </p:nvSpPr>
        <p:spPr>
          <a:xfrm>
            <a:off x="6181344" y="3218688"/>
            <a:ext cx="566928" cy="566928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9060" y="3326404"/>
            <a:ext cx="351495" cy="351495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6912864" y="329184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files</a:t>
            </a:r>
            <a:endParaRPr lang="en-US" sz="1450" dirty="0"/>
          </a:p>
        </p:txBody>
      </p:sp>
      <p:sp>
        <p:nvSpPr>
          <p:cNvPr id="42" name="Text 31"/>
          <p:cNvSpPr txBox="1"/>
          <p:nvPr/>
        </p:nvSpPr>
        <p:spPr>
          <a:xfrm>
            <a:off x="6163056" y="388620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lists and rotas in one place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0F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Library Opens Today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FAF7F0"/>
                </a:solidFill>
              </a:rPr>
              <a:t>ቤተ-መጻሕፍታችን ዛሬ ይከፈታል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43584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books to borrow — free for every member.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25196" y="1737360"/>
            <a:ext cx="1956816" cy="2377440"/>
          </a:xfrm>
          <a:prstGeom prst="roundRect">
            <a:avLst>
              <a:gd name="adj" fmla="val 4673"/>
            </a:avLst>
          </a:prstGeom>
          <a:solidFill>
            <a:srgbClr val="2B1508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6988" y="1956816"/>
            <a:ext cx="713232" cy="71323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2502" y="2092330"/>
            <a:ext cx="442204" cy="44220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80060" y="2761488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Browse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480060" y="3090672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7F0"/>
                </a:solidFill>
              </a:rPr>
              <a:t>ያስሱ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16636" y="3419856"/>
            <a:ext cx="17739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 is on the shelf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537460" y="1737360"/>
            <a:ext cx="1956816" cy="2377440"/>
          </a:xfrm>
          <a:prstGeom prst="roundRect">
            <a:avLst>
              <a:gd name="adj" fmla="val 4673"/>
            </a:avLst>
          </a:prstGeom>
          <a:solidFill>
            <a:srgbClr val="2B1508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159252" y="1956816"/>
            <a:ext cx="713232" cy="71323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4766" y="2092330"/>
            <a:ext cx="442204" cy="44220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592324" y="2761488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Reserve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2592324" y="3090672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7F0"/>
                </a:solidFill>
              </a:rPr>
              <a:t>ያስይዙ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2628900" y="3419856"/>
            <a:ext cx="17739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hold it for you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649724" y="1737360"/>
            <a:ext cx="1956816" cy="2377440"/>
          </a:xfrm>
          <a:prstGeom prst="roundRect">
            <a:avLst>
              <a:gd name="adj" fmla="val 4673"/>
            </a:avLst>
          </a:prstGeom>
          <a:solidFill>
            <a:srgbClr val="2B1508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271516" y="1956816"/>
            <a:ext cx="713232" cy="71323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7030" y="2092330"/>
            <a:ext cx="442204" cy="44220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704588" y="2761488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Collect</a:t>
            </a:r>
            <a:endParaRPr lang="en-US" sz="1550" dirty="0"/>
          </a:p>
        </p:txBody>
      </p:sp>
      <p:sp>
        <p:nvSpPr>
          <p:cNvPr id="21" name="Text 16"/>
          <p:cNvSpPr txBox="1"/>
          <p:nvPr/>
        </p:nvSpPr>
        <p:spPr>
          <a:xfrm>
            <a:off x="4704588" y="3090672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7F0"/>
                </a:solidFill>
              </a:rPr>
              <a:t>ይውሰዱ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4741164" y="3419856"/>
            <a:ext cx="17739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it up at fellowship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6761988" y="1737360"/>
            <a:ext cx="1956816" cy="2377440"/>
          </a:xfrm>
          <a:prstGeom prst="roundRect">
            <a:avLst>
              <a:gd name="adj" fmla="val 4673"/>
            </a:avLst>
          </a:prstGeom>
          <a:solidFill>
            <a:srgbClr val="2B1508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383780" y="1956816"/>
            <a:ext cx="713232" cy="71323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9294" y="2092330"/>
            <a:ext cx="442204" cy="44220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816852" y="2761488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Return</a:t>
            </a:r>
            <a:endParaRPr lang="en-US" sz="1550" dirty="0"/>
          </a:p>
        </p:txBody>
      </p:sp>
      <p:sp>
        <p:nvSpPr>
          <p:cNvPr id="27" name="Text 21"/>
          <p:cNvSpPr txBox="1"/>
          <p:nvPr/>
        </p:nvSpPr>
        <p:spPr>
          <a:xfrm>
            <a:off x="6816852" y="3090672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7F0"/>
                </a:solidFill>
              </a:rPr>
              <a:t>ይመልሱ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6853428" y="3419856"/>
            <a:ext cx="17739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remind you in time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02920" y="4352544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return them on time so others can read them too.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572768"/>
            <a:ext cx="2057400" cy="205740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7834" y="1963674"/>
            <a:ext cx="1275588" cy="127558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108960" y="27432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C0F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Miss a Thing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3108960" y="841248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7A5535"/>
                </a:solidFill>
              </a:rPr>
              <a:t>ምንም ነገር አያመልጥዎ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3108960" y="1371600"/>
            <a:ext cx="5577840" cy="512064"/>
          </a:xfrm>
          <a:prstGeom prst="roundRect">
            <a:avLst>
              <a:gd name="adj" fmla="val 12500"/>
            </a:avLst>
          </a:prstGeom>
          <a:solidFill>
            <a:srgbClr val="FAF7F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291840" y="1490472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announcement is posted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108960" y="2011680"/>
            <a:ext cx="5577840" cy="512064"/>
          </a:xfrm>
          <a:prstGeom prst="roundRect">
            <a:avLst>
              <a:gd name="adj" fmla="val 12500"/>
            </a:avLst>
          </a:prstGeom>
          <a:solidFill>
            <a:srgbClr val="FAF7F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2130552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event starts tomorrow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108960" y="2651760"/>
            <a:ext cx="5577840" cy="512064"/>
          </a:xfrm>
          <a:prstGeom prst="roundRect">
            <a:avLst>
              <a:gd name="adj" fmla="val 12500"/>
            </a:avLst>
          </a:prstGeom>
          <a:solidFill>
            <a:srgbClr val="FAF7F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91840" y="2770632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writes in your group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108960" y="3291840"/>
            <a:ext cx="5577840" cy="512064"/>
          </a:xfrm>
          <a:prstGeom prst="roundRect">
            <a:avLst>
              <a:gd name="adj" fmla="val 12500"/>
            </a:avLst>
          </a:prstGeom>
          <a:solidFill>
            <a:srgbClr val="FAF7F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91840" y="3410712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book is due back soon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3108960" y="3931920"/>
            <a:ext cx="5577840" cy="512064"/>
          </a:xfrm>
          <a:prstGeom prst="roundRect">
            <a:avLst>
              <a:gd name="adj" fmla="val 12500"/>
            </a:avLst>
          </a:prstGeom>
          <a:solidFill>
            <a:srgbClr val="FAF7F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91840" y="4050792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books reach the library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3108960" y="4553712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5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these on in Profile → Notifications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C0F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It On Your Phone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7A5535"/>
                </a:solidFill>
              </a:rPr>
              <a:t>በስልክዎ ላይ ያስቀምጡት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43584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store. It installs from your browser in seconds.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682496"/>
            <a:ext cx="3931920" cy="2615184"/>
          </a:xfrm>
          <a:prstGeom prst="roundRect">
            <a:avLst>
              <a:gd name="adj" fmla="val 3846"/>
            </a:avLst>
          </a:prstGeom>
          <a:solidFill>
            <a:srgbClr val="1C0F07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88366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 ·  Safari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691640" y="2340864"/>
            <a:ext cx="155448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25420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Open wetcf.com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96265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Tap Share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383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 to Home Screen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80390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Tap Add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709160" y="1682496"/>
            <a:ext cx="3931920" cy="2615184"/>
          </a:xfrm>
          <a:prstGeom prst="roundRect">
            <a:avLst>
              <a:gd name="adj" fmla="val 3846"/>
            </a:avLst>
          </a:prstGeom>
          <a:solidFill>
            <a:srgbClr val="1C0F07"/>
          </a:solidFill>
          <a:ln w="15875">
            <a:solidFill>
              <a:srgbClr val="C9A84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88366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 ·  Chrome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897880" y="2340864"/>
            <a:ext cx="155448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12080" y="25420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Open wetcf.com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296265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Tap the ⋮ menu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3383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 to Home screen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80390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Tap Add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4443984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A5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then behaves like a normal app — full screen, with notifications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0F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Information Is Safe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FAF7F0"/>
                </a:solidFill>
              </a:rPr>
              <a:t>መረጃዎ የተጠበቀ ነው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21792" y="1389888"/>
            <a:ext cx="640080" cy="64008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407" y="1511503"/>
            <a:ext cx="396850" cy="3968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35331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only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682496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open to the public. A leader approves every account.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1792" y="2240280"/>
            <a:ext cx="640080" cy="64008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" y="2361895"/>
            <a:ext cx="396850" cy="39685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2203704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Properly protected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63040" y="2532888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Encrypted, and passwords stored so even we cannot read them.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21792" y="3090672"/>
            <a:ext cx="640080" cy="64008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07" y="3212287"/>
            <a:ext cx="396850" cy="39685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3054096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 to remove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463040" y="33832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your account and details any time, from your profile.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1792" y="3941064"/>
            <a:ext cx="640080" cy="640080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407" y="4062679"/>
            <a:ext cx="396850" cy="39685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63040" y="3904488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sold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1463040" y="423367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sell or share your information. Ever.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0F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 Us — Right Now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509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A5535"/>
                </a:solidFill>
              </a:rPr>
              <a:t>አሁኑኑ ይቀላቀሉን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30352" y="1554480"/>
            <a:ext cx="530352" cy="530352"/>
          </a:xfrm>
          <a:prstGeom prst="ellipse">
            <a:avLst/>
          </a:prstGeom>
          <a:solidFill>
            <a:srgbClr val="1C0F07"/>
          </a:solidFill>
          <a:ln w="12700">
            <a:solidFill>
              <a:srgbClr val="1C0F0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591056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9A84C"/>
                </a:solidFill>
              </a:rPr>
              <a:t>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53619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code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8470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your phone camera at it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30352" y="2322576"/>
            <a:ext cx="530352" cy="530352"/>
          </a:xfrm>
          <a:prstGeom prst="ellipse">
            <a:avLst/>
          </a:prstGeom>
          <a:solidFill>
            <a:srgbClr val="1C0F07"/>
          </a:solidFill>
          <a:ln w="12700">
            <a:solidFill>
              <a:srgbClr val="1C0F0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0352" y="2359152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9A84C"/>
                </a:solidFill>
              </a:rPr>
              <a:t>2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30428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your account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61518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two minutes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0352" y="3090672"/>
            <a:ext cx="530352" cy="530352"/>
          </a:xfrm>
          <a:prstGeom prst="ellipse">
            <a:avLst/>
          </a:prstGeom>
          <a:solidFill>
            <a:srgbClr val="1C0F07"/>
          </a:solidFill>
          <a:ln w="12700">
            <a:solidFill>
              <a:srgbClr val="1C0F0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0352" y="3127248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9A84C"/>
                </a:solidFill>
              </a:rPr>
              <a:t>3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072384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it to your phone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33832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away next time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30352" y="3858768"/>
            <a:ext cx="530352" cy="530352"/>
          </a:xfrm>
          <a:prstGeom prst="ellipse">
            <a:avLst/>
          </a:prstGeom>
          <a:solidFill>
            <a:srgbClr val="1C0F07"/>
          </a:solidFill>
          <a:ln w="12700">
            <a:solidFill>
              <a:srgbClr val="1C0F0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352" y="3895344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9A84C"/>
                </a:solidFill>
              </a:rPr>
              <a:t>4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384048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notifications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07008" y="415137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→ Notifications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23560" y="804672"/>
            <a:ext cx="3035808" cy="3703320"/>
          </a:xfrm>
          <a:prstGeom prst="roundRect">
            <a:avLst>
              <a:gd name="adj" fmla="val 3614"/>
            </a:avLst>
          </a:prstGeom>
          <a:solidFill>
            <a:srgbClr val="1C0F07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715000" y="969264"/>
            <a:ext cx="2852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join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54496" y="1408176"/>
            <a:ext cx="1773936" cy="1773936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6792" y="1490472"/>
            <a:ext cx="1609344" cy="1609344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715000" y="3310128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D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wetcf.com/register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5760720" y="3694176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phone with you?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FAF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to one of our leaders.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0F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Us Online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A5535"/>
                </a:solidFill>
              </a:rPr>
              <a:t>በኦንላይን ያግኙን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75488" y="1627632"/>
            <a:ext cx="2606040" cy="2286000"/>
          </a:xfrm>
          <a:prstGeom prst="roundRect">
            <a:avLst>
              <a:gd name="adj" fmla="val 4400"/>
            </a:avLst>
          </a:prstGeom>
          <a:solidFill>
            <a:srgbClr val="FFFFFF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6172" y="1883664"/>
            <a:ext cx="804672" cy="80467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9060" y="2036552"/>
            <a:ext cx="498897" cy="49889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816352"/>
            <a:ext cx="2459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wetcf.com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320040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website — share it with anyone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55264" y="1627632"/>
            <a:ext cx="2606040" cy="2286000"/>
          </a:xfrm>
          <a:prstGeom prst="roundRect">
            <a:avLst>
              <a:gd name="adj" fmla="val 4400"/>
            </a:avLst>
          </a:prstGeom>
          <a:solidFill>
            <a:srgbClr val="FFFFFF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55948" y="1883664"/>
            <a:ext cx="804672" cy="80467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8836" y="2036552"/>
            <a:ext cx="498897" cy="49889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328416" y="2816352"/>
            <a:ext cx="2459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364992" y="320040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@warsawethiopianfellowship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035040" y="1627632"/>
            <a:ext cx="2606040" cy="2286000"/>
          </a:xfrm>
          <a:prstGeom prst="roundRect">
            <a:avLst>
              <a:gd name="adj" fmla="val 4400"/>
            </a:avLst>
          </a:prstGeom>
          <a:solidFill>
            <a:srgbClr val="FFFFFF"/>
          </a:solidFill>
          <a:ln w="19050">
            <a:solidFill>
              <a:srgbClr val="C9A84C"/>
            </a:solidFill>
            <a:prstDash val="solid"/>
          </a:ln>
          <a:effectLst>
            <a:outerShdw sx="100000" sy="100000" kx="0" ky="0" algn="bl" rotWithShape="0" blurRad="101600" dist="38100" dir="2700000">
              <a:srgbClr val="C0B4A4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935724" y="1883664"/>
            <a:ext cx="804672" cy="804672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8612" y="2036552"/>
            <a:ext cx="498897" cy="49889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108192" y="2816352"/>
            <a:ext cx="2459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C0F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144768" y="320040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23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@warsaw_fellowship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A5535"/>
                </a:solidFill>
              </a:rPr>
              <a:t>Invite someone this week · በዚህ ሳምንት አንድ ሰው ይጋብዙ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0F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237744"/>
            <a:ext cx="914400" cy="914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371600" y="1298448"/>
            <a:ext cx="64008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AF7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"And let us consider how we may spur one another on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rgbClr val="FAF7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toward love and good deeds, not giving up meeting together,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rgbClr val="FAF7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encouraging one another."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Hebrews 10:24–25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889504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AF7F0"/>
                </a:solidFill>
              </a:rPr>
              <a:t>"እርስ በርሳችን ፍቅርን እና መልካም ሥራን ለማነሳሳት እንተጋ፤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rgbClr val="FAF7F0"/>
                </a:solidFill>
              </a:rPr>
              <a:t>መሰብሰብን ሳንተው እርስ በርሳችን እናበረታታ።"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576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84C"/>
                </a:solidFill>
              </a:rPr>
              <a:t>ዕብራውያን 10:24–25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1371600" y="4078224"/>
            <a:ext cx="64008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0" y="422452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wetcf.com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0" y="455371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4A882"/>
                </a:solidFill>
              </a:rPr>
              <a:t>Thank you · እናመሰግናለን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WETCF Launch</dc:title>
  <dc:subject>PptxGenJS Presentation</dc:subject>
  <dc:creator>Warsaw Ethiopian Christian Fellowship</dc:creator>
  <cp:lastModifiedBy>Warsaw Ethiopian Christian Fellowship</cp:lastModifiedBy>
  <cp:revision>1</cp:revision>
  <dcterms:created xsi:type="dcterms:W3CDTF">2026-10-03T16:05:37Z</dcterms:created>
  <dcterms:modified xsi:type="dcterms:W3CDTF">2026-10-03T16:05:37Z</dcterms:modified>
</cp:coreProperties>
</file>